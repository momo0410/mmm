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渗透测试核心代码梳理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精简版：阶段定义、候选任务、状态快照、执行入口、阶段推进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27432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核心文件
</a:t>
            </a:r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state.py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planner.py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agent.py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executor.py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886200" y="1645920"/>
            <a:ext cx="34747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阅读路径
</a:t>
            </a:r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 -&gt; 规划 -&gt; 执行 -&gt; 自动切阶段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26680" y="1645920"/>
            <a:ext cx="36118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最小代码集合
</a:t>
            </a:r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PHASE_ORDER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build_candidate_tasks()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candidate_tasks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_execute_planned_tasks()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_auto_phase_switch()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3794760"/>
            <a:ext cx="10881360" cy="1325880"/>
          </a:xfrm>
          <a:prstGeom prst="roundRect">
            <a:avLst>
              <a:gd name="adj" fmla="val 4138"/>
            </a:avLst>
          </a:prstGeom>
          <a:solidFill>
            <a:srgbClr val="EE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18795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目标：把前面提到的核心代码提炼成便于演示的 PPT，只保留最关键实现片段和文件位置。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635508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生成位置：D:/项目/new/new/pentest-agent-core-code.pptx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18120" y="6355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阶段定义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文件：src-python/app/services/pentest_agent/state.py:17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463040"/>
            <a:ext cx="10643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PHASE_ORDER = ["init", "recon", "web", "exploit", "post", "lateral", "done"]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作用：定义整个 Pentest Agent 的阶段推进顺序。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3063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阅读时只要记住：init 做轻探测，recon 深描，web 做 Web 面确认和指纹，exploit 做利用验证，post 做后渗透，lateral 做横向。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" y="635508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state.py:17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18120" y="6355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候选任务总入口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文件：src-python/app/services/pentest_agent/planner.py:300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10972800" cy="3657600"/>
          </a:xfrm>
          <a:prstGeom prst="roundRect">
            <a:avLst>
              <a:gd name="adj" fmla="val 15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71600"/>
            <a:ext cx="1064361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build_candidate_tasks(snapshot: dict[str, Any], limit: int = 16) -&gt; list[dict[str, Any]]: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phase = str(snapshot.get("phase", "init"))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builders =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"init": _build_init_candidates,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"recon": _build_recon_candidates,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"web": _build_web_candidates,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"exploit": _build_exploit_candidates,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"post": _build_post_candidates,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"lateral": _build_post_candidates,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candidates = builders.get(phase, _build_empty_candidates)(snapshot)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candidates = _apply_candidate_governance(snapshot, candidates)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candidates = _dedupe_candidates(candidates)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candidates = _filter_unhealthy_candidates(snapshot, candidates)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candidates.sort(key=lambda item: (-int(item.get("score", 0)), str(item.get("surface", ""))))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candidates[:limit]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5166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作用：根据当前 phase 选择对应 builder，生成本轮候选任务，再做治理、去重、过滤和排序。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635508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planner.py:300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18120" y="6355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状态快照 -&gt; 规划输入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文件：src-python/app/services/pentest_agent/state.py:724, 756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10972800" cy="246888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508760"/>
            <a:ext cx="106436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@property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candidate_tasks(self) -&gt; list[dict]: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snapshot = self.planner_snapshot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snapshot["rustscan_available"] = self.tool_is_healthy("rustscan")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snapshot["nmap_available"] = self.tool_is_healthy("nmap")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snapshot["python_available"] = self.tool_is_healthy("python") or self.tool_is_healthy("python3")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snapshot["unavailable_tools"] = sorted(self.unhealthy_tools())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build_candidate_tasks(snapshot)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4206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作用：把 targets、findings、actions_taken、ports、credentials、tools health 等状态压成 snapshot，再喂给 planner。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也就是说：planner 不直接操作原始状态，而是吃一个整理后的规划视图。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" y="635508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state.py:724, 756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18120" y="6355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执行入口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文件：src-python/app/services/pentest_agent/agent.py:2037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0972800" cy="3383280"/>
          </a:xfrm>
          <a:prstGeom prst="roundRect">
            <a:avLst>
              <a:gd name="adj" fmla="val 162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463040"/>
            <a:ext cx="106436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_execute_planned_tasks(...):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tasks: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_run_task(task: dict) -&gt; tuple[dict, str, dict]: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action_id = state.start_action(...)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is_shell = task["tool"] == "shell"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is_shell: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with shell_lock: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result = executor.run(task["tool"], task["args"], dry_run=dry_run, progress_callback=_progress)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result = executor.run(task["tool"], task["args"], dry_run=dry_run, progress_callback=_progress)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Exception as exc: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 = {"tool": task["tool"], "command": task["args"], "error": str(exc)}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task, action_id, result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4983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作用：把 planner/LLM 选出来的任务真正交给 executor 执行，并把执行结果写回状态。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635508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agent.py:2037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18120" y="6355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自动切阶段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文件：src-python/app/services/pentest_agent/agent.py:3358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0972800" cy="3017520"/>
          </a:xfrm>
          <a:prstGeom prst="roundRect">
            <a:avLst>
              <a:gd name="adj" fmla="val 181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463040"/>
            <a:ext cx="106436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phase == "init":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_advance("recon", "init 阶段完成（全量端口扫描结束）")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phase == "recon":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recon_candidates or has_completed_recon: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state.has_http: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_advance("web", f"发现 HTTP 端口 {state.confirmed_http_ports}，recon 候选已处理，进入 web 阶段")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_advance("exploit", "无 HTTP 端口但 recon 候选已处理，直接进入 exploit 阶段")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phase == "web":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state.vuln_count &gt; 0: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_advance("exploit", f"Web 阶段发现 {state.vuln_count} 个漏洞，进入 exploit 阶段")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46177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作用：依据本轮是否有证据、是否发现 HTTP、是否已有会话/凭据，推进到下一阶段。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52578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一句话总结：state 提供上下文，planner 产生命令，executor 执行，agent 根据结果推进 phase。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" y="635508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agent.py:3358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18120" y="6355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nsola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渗透测试核心代码梳理</dc:title>
  <dc:subject>Pentest Agent Core Code</dc:subject>
  <dc:creator>OpenAI Codex</dc:creator>
  <cp:lastModifiedBy>OpenAI Codex</cp:lastModifiedBy>
  <cp:revision>1</cp:revision>
  <dcterms:created xsi:type="dcterms:W3CDTF">2026-05-12T05:09:28Z</dcterms:created>
  <dcterms:modified xsi:type="dcterms:W3CDTF">2026-05-12T05:09:28Z</dcterms:modified>
</cp:coreProperties>
</file>